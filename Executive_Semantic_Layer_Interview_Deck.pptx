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One trusted ARR answer, ready for humans and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semantic layer on top of the existing data platform</a:t>
            </a:r>
          </a:p>
          <a:p>
            <a:r>
              <a:t>Use ARR as the end-to-end 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Snowflake, dbt, Fivetran, Python ingestion, Metabase, reverse ETL.</a:t>
            </a:r>
          </a:p>
          <a:p>
            <a:r>
              <a:t>The platform is strong. The missing piece is a shared meaning layer.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Missing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Sources → dbt models → marts → semantic layer → Metabase / AI agents / reverse ETL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metric definitions stay trapped in SQL, every dashboard, report, and AI agent can give a different answer. That creates business risk, not just technical debt.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 dbt as the governed source of truth.</a:t>
            </a:r>
          </a:p>
          <a:p>
            <a:r>
              <a:t>Publish the certified metric through Snowflake for easy consumption.</a:t>
            </a:r>
          </a:p>
          <a:p>
            <a:r>
              <a:t>One definition, two ways to serve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Metric End-to-End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seed → Stage → Intermediate → Mart → Semantic definition → Metabase → AI agent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Ownership Creates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RevOps owns meaning.</a:t>
            </a:r>
          </a:p>
          <a:p>
            <a:r>
              <a:t>Data owns implementation.</a:t>
            </a:r>
          </a:p>
          <a:p>
            <a:r>
              <a:t>Certification is shared and documented.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Trust Before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the metric → validate the data → reconcile to finance → certify it → publish it. AI reads the certified layer, never a parallel truth.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Salesforce = booked ARR</a:t>
            </a:r>
          </a:p>
          <a:p>
            <a:r>
              <a:t>JustOn = recognized ARR → one certified ARR with traceable exceptions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Guardrails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Certified metrics only.</a:t>
            </a:r>
          </a:p>
          <a:p>
            <a:r>
              <a:t>Approved dimensions, synonyms, lineage, access controls, and verified queries.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90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 1: certify ARR and lock ownership</a:t>
            </a:r>
          </a:p>
          <a:p>
            <a:r>
              <a:t>Month 2: extend to GTM metrics</a:t>
            </a:r>
          </a:p>
          <a:p>
            <a:r>
              <a:t>Month 3: add product metrics and AI-ready access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Metabase, board reporting, Salesforce, and AI should all return the same ARR. If the answer changes by surface, trust has not yet been established.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Thought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goal is not another abstraction.</a:t>
            </a:r>
          </a:p>
          <a:p>
            <a:r>
              <a:t>The goal is a shared business vocabulary that humans trust and AI can safely 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